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F1811-0435-D0C6-F36C-7630B8536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000"/>
            <a:ext cx="12192000" cy="749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06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F3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Understanding binary input and decimal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91E26"/>
                </a:solidFill>
              </a:defRPr>
            </a:pPr>
            <a:r>
              <a:t>• Binary numbers use only two digits: 0 and 1.</a:t>
            </a:r>
          </a:p>
          <a:p>
            <a:pPr>
              <a:spcAft>
                <a:spcPts val="1200"/>
              </a:spcAft>
              <a:defRPr sz="1900">
                <a:solidFill>
                  <a:srgbClr val="191E26"/>
                </a:solidFill>
              </a:defRPr>
            </a:pPr>
            <a:r>
              <a:t>• Digital systems naturally process information in binary form.</a:t>
            </a:r>
          </a:p>
          <a:p>
            <a:pPr>
              <a:spcAft>
                <a:spcPts val="1200"/>
              </a:spcAft>
              <a:defRPr sz="1900">
                <a:solidFill>
                  <a:srgbClr val="191E26"/>
                </a:solidFill>
              </a:defRPr>
            </a:pPr>
            <a:r>
              <a:t>• A 4-bit input can represent values from 0 to 15.</a:t>
            </a:r>
          </a:p>
          <a:p>
            <a:pPr>
              <a:spcAft>
                <a:spcPts val="1200"/>
              </a:spcAft>
              <a:defRPr sz="1900">
                <a:solidFill>
                  <a:srgbClr val="191E26"/>
                </a:solidFill>
              </a:defRPr>
            </a:pPr>
            <a:r>
              <a:t>• Converting the binary value for display makes the result easier for people to read.</a:t>
            </a:r>
          </a:p>
          <a:p>
            <a:pPr>
              <a:spcAft>
                <a:spcPts val="1200"/>
              </a:spcAft>
              <a:defRPr sz="1900">
                <a:solidFill>
                  <a:srgbClr val="191E26"/>
                </a:solidFill>
              </a:defRPr>
            </a:pPr>
            <a:r>
              <a:t>• This project demonstrates the conversion and display process using digital logic.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1C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F3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10881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1F3F"/>
                </a:solidFill>
              </a:defRPr>
            </a:pPr>
            <a:r>
              <a:t>Problem: Design a digital circuit that accepts a 4-bit binary input and produces the corresponding decimal output for display.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1E26"/>
                </a:solidFill>
              </a:defRPr>
            </a:pPr>
            <a:r>
              <a:t>• Accept 4-bit binary input using B3, B2, B1 and B0.</a:t>
            </a:r>
          </a:p>
          <a:p>
            <a:pPr>
              <a:spcAft>
                <a:spcPts val="1200"/>
              </a:spcAft>
              <a:defRPr sz="1800">
                <a:solidFill>
                  <a:srgbClr val="191E26"/>
                </a:solidFill>
              </a:defRPr>
            </a:pPr>
            <a:r>
              <a:t>• Convert the input into its corresponding decimal value.</a:t>
            </a:r>
          </a:p>
          <a:p>
            <a:pPr>
              <a:spcAft>
                <a:spcPts val="1200"/>
              </a:spcAft>
              <a:defRPr sz="1800">
                <a:solidFill>
                  <a:srgbClr val="191E26"/>
                </a:solidFill>
              </a:defRPr>
            </a:pPr>
            <a:r>
              <a:t>• Implement the required logic using gates.</a:t>
            </a:r>
          </a:p>
          <a:p>
            <a:pPr>
              <a:spcAft>
                <a:spcPts val="1200"/>
              </a:spcAft>
              <a:defRPr sz="1800">
                <a:solidFill>
                  <a:srgbClr val="191E26"/>
                </a:solidFill>
              </a:defRPr>
            </a:pPr>
            <a:r>
              <a:t>• Display the result using a 7-segment display.</a:t>
            </a:r>
          </a:p>
          <a:p>
            <a:pPr>
              <a:spcAft>
                <a:spcPts val="1200"/>
              </a:spcAft>
              <a:defRPr sz="1800">
                <a:solidFill>
                  <a:srgbClr val="191E26"/>
                </a:solidFill>
              </a:defRPr>
            </a:pPr>
            <a:r>
              <a:t>• Simulate and test the circuit in Logisim.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1C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F3F"/>
                </a:solidFill>
              </a:defRPr>
            </a:pPr>
            <a:r>
              <a:t>Working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Binary input is processed and then presented as a readable decimal display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1488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75688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F3F"/>
                </a:solidFill>
              </a:defRPr>
            </a:pPr>
            <a:r>
              <a:t>4-BIT INPUT</a:t>
            </a:r>
          </a:p>
          <a:p>
            <a:pPr algn="ctr">
              <a:defRPr sz="1300">
                <a:solidFill>
                  <a:srgbClr val="191E26"/>
                </a:solidFill>
              </a:defRPr>
            </a:pPr>
            <a:r>
              <a:t>B3 B2 B1 B0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34639" y="2331720"/>
            <a:ext cx="502920" cy="457200"/>
          </a:xfrm>
          <a:prstGeom prst="rightArrow">
            <a:avLst/>
          </a:prstGeom>
          <a:solidFill>
            <a:srgbClr val="2F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46120" y="1874519"/>
            <a:ext cx="21488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55848" y="2075688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F3F"/>
                </a:solidFill>
              </a:defRPr>
            </a:pPr>
            <a:r>
              <a:t>LOGIC GATE</a:t>
            </a:r>
            <a:br/>
            <a:r>
              <a:t>CIRCUIT</a:t>
            </a:r>
          </a:p>
          <a:p>
            <a:pPr algn="ctr">
              <a:defRPr sz="1300">
                <a:solidFill>
                  <a:srgbClr val="191E26"/>
                </a:solidFill>
              </a:defRPr>
            </a:pPr>
            <a:r>
              <a:t>Conversion</a:t>
            </a:r>
            <a:br/>
            <a:r>
              <a:t>Logic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79" y="2331720"/>
            <a:ext cx="502920" cy="457200"/>
          </a:xfrm>
          <a:prstGeom prst="rightArrow">
            <a:avLst/>
          </a:prstGeom>
          <a:solidFill>
            <a:srgbClr val="2F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97880" y="1874519"/>
            <a:ext cx="21488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07608" y="2075688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F3F"/>
                </a:solidFill>
              </a:defRPr>
            </a:pPr>
            <a:r>
              <a:t>DECIMAL</a:t>
            </a:r>
            <a:br/>
            <a:r>
              <a:t>OUTPUT</a:t>
            </a:r>
          </a:p>
          <a:p>
            <a:pPr algn="ctr">
              <a:defRPr sz="1300">
                <a:solidFill>
                  <a:srgbClr val="191E26"/>
                </a:solidFill>
              </a:defRPr>
            </a:pPr>
            <a:r>
              <a:t>0–15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92440" y="2331720"/>
            <a:ext cx="502920" cy="457200"/>
          </a:xfrm>
          <a:prstGeom prst="rightArrow">
            <a:avLst/>
          </a:prstGeom>
          <a:solidFill>
            <a:srgbClr val="2FA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49640" y="1874519"/>
            <a:ext cx="2148840" cy="1417320"/>
          </a:xfrm>
          <a:prstGeom prst="roundRect">
            <a:avLst/>
          </a:prstGeom>
          <a:solidFill>
            <a:srgbClr val="E0F7E9"/>
          </a:solidFill>
          <a:ln>
            <a:solidFill>
              <a:srgbClr val="2F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59367" y="2075688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F3F"/>
                </a:solidFill>
              </a:defRPr>
            </a:pPr>
            <a:r>
              <a:t>7-SEGMENT</a:t>
            </a:r>
            <a:br/>
            <a:r>
              <a:t>DISPLAY</a:t>
            </a:r>
          </a:p>
          <a:p>
            <a:pPr algn="ctr">
              <a:defRPr sz="1300">
                <a:solidFill>
                  <a:srgbClr val="191E26"/>
                </a:solidFill>
              </a:defRPr>
            </a:pPr>
            <a:r>
              <a:t>Visual</a:t>
            </a:r>
            <a:br/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1F3F"/>
                </a:solidFill>
              </a:defRPr>
            </a:pPr>
            <a:r>
              <a:t>Examples</a:t>
            </a:r>
          </a:p>
          <a:p>
            <a:pPr>
              <a:defRPr sz="1800">
                <a:solidFill>
                  <a:srgbClr val="191E26"/>
                </a:solidFill>
              </a:defRPr>
            </a:pPr>
            <a:r>
              <a:t>0000 → 0    •    0001 → 1    •    0101 → 5    •    1001 → 9</a:t>
            </a:r>
          </a:p>
          <a:p>
            <a:pPr>
              <a:defRPr sz="1800">
                <a:solidFill>
                  <a:srgbClr val="191E26"/>
                </a:solidFill>
              </a:defRPr>
            </a:pPr>
            <a:r>
              <a:t>1010 → 10   •   1011 → 11   •   1111 → 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1C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F3F"/>
                </a:solidFill>
              </a:defRPr>
            </a:pPr>
            <a:r>
              <a:t>Logic Circuit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Logisim-style implementation using four input switches, logic blocks and a 7-segment display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530352" cy="438912"/>
          </a:xfrm>
          <a:prstGeom prst="rect">
            <a:avLst/>
          </a:prstGeom>
          <a:solidFill>
            <a:srgbClr val="DCF0FF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78992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1F3F"/>
                </a:solidFill>
              </a:defRPr>
            </a:pPr>
            <a:r>
              <a:t>B3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508760"/>
            <a:ext cx="530352" cy="438912"/>
          </a:xfrm>
          <a:prstGeom prst="rect">
            <a:avLst/>
          </a:prstGeom>
          <a:solidFill>
            <a:srgbClr val="DCF0FF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74519" y="1078992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1F3F"/>
                </a:solidFill>
              </a:defRPr>
            </a:pPr>
            <a:r>
              <a:t>B2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508760"/>
            <a:ext cx="530352" cy="438912"/>
          </a:xfrm>
          <a:prstGeom prst="rect">
            <a:avLst/>
          </a:prstGeom>
          <a:solidFill>
            <a:srgbClr val="DCF0FF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078992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1F3F"/>
                </a:solidFill>
              </a:defRPr>
            </a:pPr>
            <a:r>
              <a:t>B1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508760"/>
            <a:ext cx="530352" cy="438912"/>
          </a:xfrm>
          <a:prstGeom prst="rect">
            <a:avLst/>
          </a:prstGeom>
          <a:solidFill>
            <a:srgbClr val="DCF0FF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1078992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1F3F"/>
                </a:solidFill>
              </a:defRPr>
            </a:pPr>
            <a:r>
              <a:t>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240280"/>
            <a:ext cx="68580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450592"/>
            <a:ext cx="594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C1F3F"/>
                </a:solidFill>
              </a:defRPr>
            </a:pPr>
            <a:r>
              <a:t>Logic</a:t>
            </a:r>
            <a:br/>
            <a:r>
              <a:t>Gate 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06424" y="1947672"/>
            <a:ext cx="0" cy="292608"/>
          </a:xfrm>
          <a:prstGeom prst="line">
            <a:avLst/>
          </a:prstGeom>
          <a:ln>
            <a:solidFill>
              <a:srgbClr val="2F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801367" y="2240280"/>
            <a:ext cx="68580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47088" y="2450592"/>
            <a:ext cx="594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C1F3F"/>
                </a:solidFill>
              </a:defRPr>
            </a:pPr>
            <a:r>
              <a:t>Logic</a:t>
            </a:r>
            <a:br/>
            <a:r>
              <a:t>Gate 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66543" y="1947672"/>
            <a:ext cx="0" cy="292608"/>
          </a:xfrm>
          <a:prstGeom prst="line">
            <a:avLst/>
          </a:prstGeom>
          <a:ln>
            <a:solidFill>
              <a:srgbClr val="2F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61488" y="2240280"/>
            <a:ext cx="68580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07208" y="2450592"/>
            <a:ext cx="594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C1F3F"/>
                </a:solidFill>
              </a:defRPr>
            </a:pPr>
            <a:r>
              <a:t>Logic</a:t>
            </a:r>
            <a:br/>
            <a:r>
              <a:t>Gate 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26664" y="1947672"/>
            <a:ext cx="0" cy="292608"/>
          </a:xfrm>
          <a:prstGeom prst="line">
            <a:avLst/>
          </a:prstGeom>
          <a:ln>
            <a:solidFill>
              <a:srgbClr val="2F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721608" y="2240280"/>
            <a:ext cx="68580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67328" y="2450592"/>
            <a:ext cx="594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C1F3F"/>
                </a:solidFill>
              </a:defRPr>
            </a:pPr>
            <a:r>
              <a:t>Logic</a:t>
            </a:r>
            <a:br/>
            <a:r>
              <a:t>Gate 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86784" y="1947672"/>
            <a:ext cx="0" cy="292608"/>
          </a:xfrm>
          <a:prstGeom prst="line">
            <a:avLst/>
          </a:prstGeom>
          <a:ln>
            <a:solidFill>
              <a:srgbClr val="2F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74920" y="2148840"/>
            <a:ext cx="2011680" cy="1188720"/>
          </a:xfrm>
          <a:prstGeom prst="roundRect">
            <a:avLst/>
          </a:prstGeom>
          <a:solidFill>
            <a:srgbClr val="E0F7E9"/>
          </a:solidFill>
          <a:ln>
            <a:solidFill>
              <a:srgbClr val="2F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0" y="2404872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C1F3F"/>
                </a:solidFill>
              </a:defRPr>
            </a:pPr>
            <a:r>
              <a:t>OUTPUT / DECIMAL</a:t>
            </a:r>
            <a:br/>
            <a:r>
              <a:t>LOGIC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179576" y="2743200"/>
            <a:ext cx="3895344" cy="457200"/>
          </a:xfrm>
          <a:prstGeom prst="line">
            <a:avLst/>
          </a:prstGeom>
          <a:ln w="19050">
            <a:solidFill>
              <a:srgbClr val="2F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139696" y="2743200"/>
            <a:ext cx="2935224" cy="457200"/>
          </a:xfrm>
          <a:prstGeom prst="line">
            <a:avLst/>
          </a:prstGeom>
          <a:ln w="19050">
            <a:solidFill>
              <a:srgbClr val="2F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099816" y="2743200"/>
            <a:ext cx="1975104" cy="457200"/>
          </a:xfrm>
          <a:prstGeom prst="line">
            <a:avLst/>
          </a:prstGeom>
          <a:ln w="19050">
            <a:solidFill>
              <a:srgbClr val="2F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059936" y="2743200"/>
            <a:ext cx="1014984" cy="457200"/>
          </a:xfrm>
          <a:prstGeom prst="line">
            <a:avLst/>
          </a:prstGeom>
          <a:ln w="19050">
            <a:solidFill>
              <a:srgbClr val="2F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909560" y="1600200"/>
            <a:ext cx="2011680" cy="2743200"/>
          </a:xfrm>
          <a:prstGeom prst="roundRect">
            <a:avLst/>
          </a:prstGeom>
          <a:solidFill>
            <a:srgbClr val="191E26"/>
          </a:solidFill>
          <a:ln w="25400">
            <a:solidFill>
              <a:srgbClr val="2F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0" y="1965960"/>
            <a:ext cx="1554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0" b="1">
                <a:solidFill>
                  <a:srgbClr val="2FAA69"/>
                </a:solidFill>
              </a:defRPr>
            </a:pPr>
            <a:r>
              <a:t>8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7-SEGMENT DISPLAY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86600" y="2743200"/>
            <a:ext cx="822960" cy="0"/>
          </a:xfrm>
          <a:prstGeom prst="line">
            <a:avLst/>
          </a:prstGeom>
          <a:ln w="25400">
            <a:solidFill>
              <a:srgbClr val="2F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5A646E"/>
                </a:solidFill>
              </a:defRPr>
            </a:pPr>
            <a:r>
              <a:t>Circuit concept: B3–B0 are processed by combinational logic to generate the required display signals.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1C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78992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F3F"/>
                </a:solidFill>
              </a:defRPr>
            </a:pPr>
            <a:r>
              <a:t>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All possible 4-bit inputs and their decimal values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57400" y="1234440"/>
          <a:ext cx="804672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14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Binary Input</a:t>
                      </a:r>
                    </a:p>
                  </a:txBody>
                  <a:tcPr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Decimal Value</a:t>
                      </a:r>
                    </a:p>
                  </a:txBody>
                  <a:tcPr>
                    <a:solidFill>
                      <a:srgbClr val="0C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0001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0011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0101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0110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0111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1001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1011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1101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314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31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1111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91E26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1C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1F3F"/>
                </a:solidFill>
              </a:defRPr>
            </a:pPr>
            <a:r>
              <a:t>Simulation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Testing the circuit in Logisim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42316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2F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2148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F3F"/>
                </a:solidFill>
              </a:defRPr>
            </a:pPr>
            <a:r>
              <a:t>Input: 0000</a:t>
            </a:r>
          </a:p>
          <a:p>
            <a:pPr algn="ctr">
              <a:defRPr sz="1700">
                <a:solidFill>
                  <a:srgbClr val="191E26"/>
                </a:solidFill>
              </a:defRPr>
            </a:pPr>
            <a:r>
              <a:t>Decimal: 0</a:t>
            </a:r>
          </a:p>
          <a:p>
            <a:pPr algn="ctr">
              <a:defRPr sz="1600" b="1">
                <a:solidFill>
                  <a:srgbClr val="2FAA69"/>
                </a:solidFill>
              </a:defRPr>
            </a:pPr>
            <a:r>
              <a:t>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42316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2F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148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F3F"/>
                </a:solidFill>
              </a:defRPr>
            </a:pPr>
            <a:r>
              <a:t>Input: 0101</a:t>
            </a:r>
          </a:p>
          <a:p>
            <a:pPr algn="ctr">
              <a:defRPr sz="1700">
                <a:solidFill>
                  <a:srgbClr val="191E26"/>
                </a:solidFill>
              </a:defRPr>
            </a:pPr>
            <a:r>
              <a:t>Decimal: 5</a:t>
            </a:r>
          </a:p>
          <a:p>
            <a:pPr algn="ctr">
              <a:defRPr sz="1600" b="1">
                <a:solidFill>
                  <a:srgbClr val="2FAA69"/>
                </a:solidFill>
              </a:defRPr>
            </a:pPr>
            <a:r>
              <a:t>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242316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2F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2148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F3F"/>
                </a:solidFill>
              </a:defRPr>
            </a:pPr>
            <a:r>
              <a:t>Input: 1001</a:t>
            </a:r>
          </a:p>
          <a:p>
            <a:pPr algn="ctr">
              <a:defRPr sz="1700">
                <a:solidFill>
                  <a:srgbClr val="191E26"/>
                </a:solidFill>
              </a:defRPr>
            </a:pPr>
            <a:r>
              <a:t>Decimal: 9</a:t>
            </a:r>
          </a:p>
          <a:p>
            <a:pPr algn="ctr">
              <a:defRPr sz="1600" b="1">
                <a:solidFill>
                  <a:srgbClr val="2FAA69"/>
                </a:solidFill>
              </a:defRPr>
            </a:pPr>
            <a:r>
              <a:t>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39" y="1417320"/>
            <a:ext cx="242316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2F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3999" y="1645920"/>
            <a:ext cx="2148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F3F"/>
                </a:solidFill>
              </a:defRPr>
            </a:pPr>
            <a:r>
              <a:t>Input: 1111</a:t>
            </a:r>
          </a:p>
          <a:p>
            <a:pPr algn="ctr">
              <a:defRPr sz="1700">
                <a:solidFill>
                  <a:srgbClr val="191E26"/>
                </a:solidFill>
              </a:defRPr>
            </a:pPr>
            <a:r>
              <a:t>Decimal: 15</a:t>
            </a:r>
          </a:p>
          <a:p>
            <a:pPr algn="ctr">
              <a:defRPr sz="1600" b="1">
                <a:solidFill>
                  <a:srgbClr val="2FAA69"/>
                </a:solidFill>
              </a:defRPr>
            </a:pPr>
            <a:r>
              <a:t>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91E26"/>
                </a:solidFill>
              </a:defRPr>
            </a:pPr>
            <a:r>
              <a:t>• Binary input is provided through switches.</a:t>
            </a:r>
          </a:p>
          <a:p>
            <a:pPr>
              <a:spcAft>
                <a:spcPts val="1200"/>
              </a:spcAft>
              <a:defRPr sz="1700">
                <a:solidFill>
                  <a:srgbClr val="191E26"/>
                </a:solidFill>
              </a:defRPr>
            </a:pPr>
            <a:r>
              <a:t>• Logic gates process the input combination.</a:t>
            </a:r>
          </a:p>
          <a:p>
            <a:pPr>
              <a:spcAft>
                <a:spcPts val="1200"/>
              </a:spcAft>
              <a:defRPr sz="1700">
                <a:solidFill>
                  <a:srgbClr val="191E26"/>
                </a:solidFill>
              </a:defRPr>
            </a:pPr>
            <a:r>
              <a:t>• The resulting decimal value is represented on the display.</a:t>
            </a:r>
          </a:p>
          <a:p>
            <a:pPr>
              <a:spcAft>
                <a:spcPts val="1200"/>
              </a:spcAft>
              <a:defRPr sz="1700">
                <a:solidFill>
                  <a:srgbClr val="191E26"/>
                </a:solidFill>
              </a:defRPr>
            </a:pPr>
            <a:r>
              <a:t>• Multiple input combinations are tested against expected values.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1C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4094E9-E242-9011-ACCE-A22DC12BF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09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48FFF53A-F656-0BC1-14F1-674B15AF39BE}"/>
              </a:ext>
            </a:extLst>
          </p:cNvPr>
          <p:cNvSpPr/>
          <p:nvPr/>
        </p:nvSpPr>
        <p:spPr>
          <a:xfrm>
            <a:off x="731520" y="1508760"/>
            <a:ext cx="5212080" cy="3474720"/>
          </a:xfrm>
          <a:prstGeom prst="roundRect">
            <a:avLst/>
          </a:prstGeom>
          <a:solidFill>
            <a:srgbClr val="173052"/>
          </a:solidFill>
          <a:ln>
            <a:solidFill>
              <a:srgbClr val="1C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300" b="1">
                <a:solidFill>
                  <a:srgbClr val="2FAA69"/>
                </a:solidFill>
              </a:defRPr>
            </a:pPr>
            <a:r>
              <a:rPr lang="en-US" dirty="0"/>
              <a:t>Conclusion</a:t>
            </a:r>
          </a:p>
          <a:p>
            <a:pPr>
              <a:defRPr sz="2300" b="1">
                <a:solidFill>
                  <a:srgbClr val="2FAA69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lang="en-US" dirty="0"/>
              <a:t>• Designed a 4-bit binary conversion and display system.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lang="en-US" dirty="0"/>
              <a:t>• Demonstrated combinational logic and digital gates.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lang="en-US" dirty="0"/>
              <a:t>• Verified representative inputs through simulation.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lang="en-US" dirty="0"/>
              <a:t>• Provides an intuitive decimal representation of binary data.</a:t>
            </a:r>
            <a:endParaRPr dirty="0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2BCE75AE-17ED-E6FF-C65A-97AF63169E13}"/>
              </a:ext>
            </a:extLst>
          </p:cNvPr>
          <p:cNvSpPr/>
          <p:nvPr/>
        </p:nvSpPr>
        <p:spPr>
          <a:xfrm>
            <a:off x="6095847" y="1508760"/>
            <a:ext cx="5212080" cy="3474720"/>
          </a:xfrm>
          <a:prstGeom prst="roundRect">
            <a:avLst/>
          </a:prstGeom>
          <a:solidFill>
            <a:srgbClr val="173052"/>
          </a:solidFill>
          <a:ln>
            <a:solidFill>
              <a:srgbClr val="2F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300" b="1">
                <a:solidFill>
                  <a:srgbClr val="2FAA69"/>
                </a:solidFill>
              </a:defRPr>
            </a:pPr>
            <a:r>
              <a:rPr lang="en-IN" dirty="0"/>
              <a:t>Future Scope</a:t>
            </a:r>
          </a:p>
          <a:p>
            <a:pPr>
              <a:defRPr sz="2300" b="1">
                <a:solidFill>
                  <a:srgbClr val="2FAA69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en-IN" dirty="0"/>
              <a:t>• Larger-bit binary inputs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en-IN" dirty="0"/>
              <a:t>• BCD conversion and multi-digit displays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en-IN" dirty="0"/>
              <a:t>• FPGA implementation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en-IN" dirty="0"/>
              <a:t>• Microcontroller integration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en-IN" dirty="0"/>
              <a:t>• Real-time digital display systems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2F6880-3EB9-09EE-CE10-A52AB6E9F6BD}"/>
              </a:ext>
            </a:extLst>
          </p:cNvPr>
          <p:cNvSpPr txBox="1"/>
          <p:nvPr/>
        </p:nvSpPr>
        <p:spPr>
          <a:xfrm>
            <a:off x="3136491" y="519413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IN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  <a:r>
              <a:rPr lang="en-IN" sz="3000" dirty="0"/>
              <a:t> </a:t>
            </a:r>
            <a:r>
              <a:rPr lang="en-IN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741092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C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Arial Black" panose="020B0A04020102020204" pitchFamily="34" charset="0"/>
              </a:rPr>
              <a:t>THANK YOU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400427-EDAA-4B82-7879-6019D906EB94}"/>
              </a:ext>
            </a:extLst>
          </p:cNvPr>
          <p:cNvSpPr txBox="1"/>
          <p:nvPr/>
        </p:nvSpPr>
        <p:spPr>
          <a:xfrm>
            <a:off x="8819535" y="4414684"/>
            <a:ext cx="31902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E.YASWANTH2620030377</a:t>
            </a:r>
          </a:p>
          <a:p>
            <a:r>
              <a:rPr lang="en-US" sz="2000" dirty="0">
                <a:solidFill>
                  <a:schemeClr val="bg1"/>
                </a:solidFill>
              </a:rPr>
              <a:t>LOKESH-2620030368</a:t>
            </a:r>
          </a:p>
          <a:p>
            <a:r>
              <a:rPr lang="en-US" sz="2000" dirty="0">
                <a:solidFill>
                  <a:schemeClr val="bg1"/>
                </a:solidFill>
              </a:rPr>
              <a:t>GUNA NANDINI-2620030427</a:t>
            </a:r>
          </a:p>
          <a:p>
            <a:r>
              <a:rPr lang="en-US" sz="2000" dirty="0">
                <a:solidFill>
                  <a:schemeClr val="bg1"/>
                </a:solidFill>
              </a:rPr>
              <a:t>HAMISINI-2620030382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468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NAGAJYOTHI</dc:creator>
  <cp:keywords/>
  <dc:description>generated using python-pptx</dc:description>
  <cp:lastModifiedBy>NANDINI GUNA</cp:lastModifiedBy>
  <cp:revision>4</cp:revision>
  <dcterms:created xsi:type="dcterms:W3CDTF">2013-01-27T09:14:16Z</dcterms:created>
  <dcterms:modified xsi:type="dcterms:W3CDTF">2026-08-30T17:53:54Z</dcterms:modified>
  <cp:category/>
</cp:coreProperties>
</file>